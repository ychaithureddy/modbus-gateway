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69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Deliver this as forward-looking and confident — not as a request, as a direction.</a:t>
            </a:r>
          </a:p>
          <a:p>
            <a:endParaRPr/>
          </a:p>
          <a:p>
            <a:r>
              <a:t>'So what's next? Two clear steps.</a:t>
            </a:r>
          </a:p>
          <a:p>
            <a:endParaRPr/>
          </a:p>
          <a:p>
            <a:r>
              <a:t>STEP ONE — design the integrated PCB. Right now, the device uses a multi-module prototype. For production, we're consolidating every new feature — the SIM module, SD card, RTC, and web server hardware — onto a single custom-designed PCB. This will be our production board. Mallikarjun is leading this work, currently in progress.</a:t>
            </a:r>
          </a:p>
          <a:p>
            <a:endParaRPr/>
          </a:p>
          <a:p>
            <a:r>
              <a:t>STEP TWO — once the integrated PCB is ready, we scale up production. The goal is that every upcoming deployment ships with the full feature set from day one. New projects get a device that handles outages gracefully — with zero data loss, out of the box.</a:t>
            </a:r>
          </a:p>
          <a:p>
            <a:endParaRPr/>
          </a:p>
          <a:p>
            <a:r>
              <a:t>From working prototype to scalable product. One integrated PCB at a time.'</a:t>
            </a:r>
          </a:p>
          <a:p>
            <a:endParaRPr/>
          </a:p>
          <a:p>
            <a:r>
              <a:t>Timing: 60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008C85"/>
                </a:solidFill>
                <a:latin typeface="Calibri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A2540"/>
                </a:solidFill>
                <a:latin typeface="Calibri"/>
              </a:rPr>
              <a:t>Where we go from here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34440"/>
            <a:ext cx="11064240" cy="0"/>
          </a:xfrm>
          <a:prstGeom prst="line">
            <a:avLst/>
          </a:prstGeom>
          <a:ln w="12700">
            <a:solidFill>
              <a:srgbClr val="E5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508760"/>
            <a:ext cx="11109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5B6472"/>
                </a:solidFill>
                <a:latin typeface="Calibri"/>
              </a:rPr>
              <a:t>Two steps to take the device from working prototype to production-ready product.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4630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0" b="1" i="0">
                <a:solidFill>
                  <a:srgbClr val="00C2B8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24028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0A2540"/>
                </a:solidFill>
                <a:latin typeface="Calibri"/>
              </a:rPr>
              <a:t>Design the integrated PCB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78892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2A2E37"/>
                </a:solidFill>
                <a:latin typeface="Calibri"/>
              </a:rPr>
              <a:t>Consolidate every new feature — SIM module, SD card backup, RTC, and web-server support — onto a single custom-designed PCB. This becomes our production board and replaces the current multi-module prototype.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3611880"/>
            <a:ext cx="3108960" cy="320040"/>
          </a:xfrm>
          <a:prstGeom prst="roundRect">
            <a:avLst>
              <a:gd name="adj" fmla="val 50000"/>
            </a:avLst>
          </a:prstGeom>
          <a:solidFill>
            <a:srgbClr val="00C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148840" y="3639312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Led by Mallikarjun  ·  In progress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51960"/>
            <a:ext cx="14630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0" b="1" i="0">
                <a:solidFill>
                  <a:srgbClr val="F4A261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429768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0A2540"/>
                </a:solidFill>
                <a:latin typeface="Calibri"/>
              </a:rPr>
              <a:t>Scale up production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4846320"/>
            <a:ext cx="9601200" cy="5866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lang="en-IN" sz="1300" dirty="0">
                <a:solidFill>
                  <a:srgbClr val="2A2E37"/>
                </a:solidFill>
                <a:latin typeface="Calibri"/>
              </a:rPr>
              <a:t>Scale</a:t>
            </a:r>
            <a:r>
              <a:rPr sz="1300" b="0" i="0" dirty="0">
                <a:solidFill>
                  <a:srgbClr val="2A2E37"/>
                </a:solidFill>
                <a:latin typeface="Calibri"/>
              </a:rPr>
              <a:t> up manufacturing of the integrated PCB so upcoming </a:t>
            </a:r>
            <a:r>
              <a:rPr lang="en-IN" sz="1300" b="0" i="0" dirty="0">
                <a:solidFill>
                  <a:srgbClr val="2A2E37"/>
                </a:solidFill>
                <a:latin typeface="Calibri"/>
              </a:rPr>
              <a:t>project </a:t>
            </a:r>
            <a:r>
              <a:rPr sz="1300" b="0" i="0" dirty="0">
                <a:solidFill>
                  <a:srgbClr val="2A2E37"/>
                </a:solidFill>
                <a:latin typeface="Calibri"/>
              </a:rPr>
              <a:t>deployments  with the full feature</a:t>
            </a:r>
            <a:r>
              <a:rPr lang="en-IN" sz="1300" b="0" i="0" dirty="0">
                <a:solidFill>
                  <a:srgbClr val="2A2E37"/>
                </a:solidFill>
                <a:latin typeface="Calibri"/>
              </a:rPr>
              <a:t>s</a:t>
            </a:r>
            <a:r>
              <a:rPr sz="1300" b="0" i="0" dirty="0">
                <a:solidFill>
                  <a:srgbClr val="2A2E37"/>
                </a:solidFill>
                <a:latin typeface="Calibri"/>
              </a:rPr>
              <a:t> set from day one. Every new project gets a device that handles outages gracefully — zero data loss, </a:t>
            </a:r>
            <a:r>
              <a:rPr lang="en-IN" sz="1300">
                <a:solidFill>
                  <a:srgbClr val="2A2E37"/>
                </a:solidFill>
                <a:latin typeface="Calibri"/>
              </a:rPr>
              <a:t>smooth interface</a:t>
            </a:r>
            <a:r>
              <a:rPr sz="1300" b="0" i="0">
                <a:solidFill>
                  <a:srgbClr val="2A2E37"/>
                </a:solidFill>
                <a:latin typeface="Calibri"/>
              </a:rPr>
              <a:t>.</a:t>
            </a:r>
            <a:endParaRPr sz="1300" b="0" i="0" dirty="0">
              <a:solidFill>
                <a:srgbClr val="2A2E37"/>
              </a:solidFill>
              <a:latin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48640" y="6510528"/>
            <a:ext cx="11109960" cy="365760"/>
          </a:xfrm>
          <a:prstGeom prst="roundRect">
            <a:avLst>
              <a:gd name="adj" fmla="val 40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65379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From prototype to scale — one integrated PCB at a 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281</Words>
  <Application>Microsoft Office PowerPoint</Application>
  <PresentationFormat>Widescreen</PresentationFormat>
  <Paragraphs>22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chaithanya reddy</cp:lastModifiedBy>
  <cp:revision>2</cp:revision>
  <dcterms:created xsi:type="dcterms:W3CDTF">2013-01-27T09:14:16Z</dcterms:created>
  <dcterms:modified xsi:type="dcterms:W3CDTF">2026-04-23T14:23:16Z</dcterms:modified>
  <cp:category/>
</cp:coreProperties>
</file>