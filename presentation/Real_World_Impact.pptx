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46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the room into the data. Speak slowly — this slide is evidence.</a:t>
            </a:r>
          </a:p>
          <a:p>
            <a:endParaRPr/>
          </a:p>
          <a:p>
            <a:r>
              <a:t>'These are real consumption readings from G Block, Karuna Hostel — a site where we deployed the new device on 19 December 2025.</a:t>
            </a:r>
          </a:p>
          <a:p>
            <a:endParaRPr/>
          </a:p>
          <a:p>
            <a:r>
              <a:t>On the left — December 2025. Look at the pattern. Days 1 through 19 show a mix of grey and teal bars. Grey means offline data — readings that couldn't reach the cloud when they happened. The big spike on day 6 is an accumulation — data that piled up during an outage. From day 15 through 19, there's almost nothing visible — those are days where the old device lost data entirely. Then something changes on 20 December. Clean, consistent teal bars from that point onward. That's the new device in action.</a:t>
            </a:r>
          </a:p>
          <a:p>
            <a:endParaRPr/>
          </a:p>
          <a:p>
            <a:r>
              <a:t>On the right — January 2026. The first full month with the new device. Twenty-eight consecutive days of continuous data capture. No offline gaps. No accumulation spikes. No missing data.</a:t>
            </a:r>
          </a:p>
          <a:p>
            <a:endParaRPr/>
          </a:p>
          <a:p>
            <a:r>
              <a:t>One device, deployed once, on one day. Complete site visibility every day that followed.'</a:t>
            </a:r>
          </a:p>
          <a:p>
            <a:endParaRPr/>
          </a:p>
          <a:p>
            <a:r>
              <a:t>Timing: 75 seconds. Point to the transition around day 19-20 on the Dec chart — let the audience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A9D8F"/>
                </a:solidFill>
                <a:latin typeface="Calibri"/>
              </a:rPr>
              <a:t>FIELD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Real-world impact at Karuna Hostel — G Block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109960" cy="257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 dirty="0">
                <a:solidFill>
                  <a:srgbClr val="5B6472"/>
                </a:solidFill>
                <a:latin typeface="Calibri"/>
              </a:rPr>
              <a:t>Before and after device deployment — </a:t>
            </a:r>
            <a:r>
              <a:rPr lang="en-IN" sz="1400" dirty="0">
                <a:solidFill>
                  <a:srgbClr val="5B6472"/>
                </a:solidFill>
                <a:latin typeface="Calibri"/>
              </a:rPr>
              <a:t>20</a:t>
            </a:r>
            <a:r>
              <a:rPr sz="1400" b="0" i="0" dirty="0">
                <a:solidFill>
                  <a:srgbClr val="5B6472"/>
                </a:solidFill>
                <a:latin typeface="Calibri"/>
              </a:rPr>
              <a:t> December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523" y="1783080"/>
            <a:ext cx="5564709" cy="365760"/>
          </a:xfrm>
          <a:prstGeom prst="roundRect">
            <a:avLst>
              <a:gd name="adj" fmla="val 40000"/>
            </a:avLst>
          </a:prstGeom>
          <a:solidFill>
            <a:srgbClr val="D4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1403" y="1801368"/>
            <a:ext cx="519894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DECEMBER 2025  ·  DEVICE DEPLOYED 19 DEC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552" y="1783080"/>
            <a:ext cx="5655619" cy="365760"/>
          </a:xfrm>
          <a:prstGeom prst="roundRect">
            <a:avLst>
              <a:gd name="adj" fmla="val 40000"/>
            </a:avLst>
          </a:prstGeom>
          <a:solidFill>
            <a:srgbClr val="008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0432" y="1801368"/>
            <a:ext cx="528985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JANUARY 2026  ·  FIRST FULL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523" y="2203840"/>
            <a:ext cx="5564709" cy="3063240"/>
          </a:xfrm>
          <a:prstGeom prst="rect">
            <a:avLst/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8523" y="2148840"/>
            <a:ext cx="5564709" cy="3063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ec_consumption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87" y="2203704"/>
            <a:ext cx="5454981" cy="29535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2552" y="2203840"/>
            <a:ext cx="5655619" cy="3063240"/>
          </a:xfrm>
          <a:prstGeom prst="rect">
            <a:avLst/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7552" y="2148840"/>
            <a:ext cx="5655619" cy="3063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jan_con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416" y="2203704"/>
            <a:ext cx="5545891" cy="2953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8523" y="5394960"/>
            <a:ext cx="556470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Total: 974.39 kL  ·  transition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523" y="5760720"/>
            <a:ext cx="556470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Offline data gaps and accumulated spikes before deployment. Clean consistent readings from 20 Dec onward — the new device in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552" y="5394960"/>
            <a:ext cx="56556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Total: 887.55 kL  ·  first full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552" y="5760720"/>
            <a:ext cx="5655619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 dirty="0">
                <a:solidFill>
                  <a:srgbClr val="5B6472"/>
                </a:solidFill>
                <a:latin typeface="Calibri"/>
              </a:rPr>
              <a:t>consecutive days of continuous data capture. No offline gaps, no accumulation spikes, no missing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492240"/>
            <a:ext cx="11109960" cy="365760"/>
          </a:xfrm>
          <a:prstGeom prst="roundRect">
            <a:avLst>
              <a:gd name="adj" fmla="val 4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One device, deployed once — complete site visibility for every day that followed.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325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chaithanya reddy</cp:lastModifiedBy>
  <cp:revision>2</cp:revision>
  <dcterms:created xsi:type="dcterms:W3CDTF">2013-01-27T09:14:16Z</dcterms:created>
  <dcterms:modified xsi:type="dcterms:W3CDTF">2026-04-23T15:15:13Z</dcterms:modified>
  <cp:category/>
</cp:coreProperties>
</file>