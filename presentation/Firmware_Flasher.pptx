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05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'We also built a web-based firmware flasher to make the initial setup of every device as easy as possible.</a:t>
            </a:r>
          </a:p>
          <a:p>
            <a:endParaRPr/>
          </a:p>
          <a:p>
            <a:r>
              <a:t>Here's how it works. Any user opens this page in Chrome or Edge. They plug in the ESP32 via USB. They click Install Firmware. The browser installs the full firmware — bootloader, partition table, and application — in one shot, directly through the Web Serial API. No Arduino IDE, no command line, no local software of any kind.</a:t>
            </a:r>
          </a:p>
          <a:p>
            <a:endParaRPr/>
          </a:p>
          <a:p>
            <a:r>
              <a:t>Three reasons this matters.</a:t>
            </a:r>
          </a:p>
          <a:p>
            <a:endParaRPr/>
          </a:p>
          <a:p>
            <a:r>
              <a:t>One — no software required. It runs entirely in the browser. There is nothing to install.</a:t>
            </a:r>
          </a:p>
          <a:p>
            <a:endParaRPr/>
          </a:p>
          <a:p>
            <a:r>
              <a:t>Two — it's a one-click install. The full firmware goes on in a single operation.</a:t>
            </a:r>
          </a:p>
          <a:p>
            <a:endParaRPr/>
          </a:p>
          <a:p>
            <a:r>
              <a:t>Three — anyone can deploy a device. You don't need to be a developer. Operations, customer, or new hire — anyone with a browser and a USB cable.</a:t>
            </a:r>
          </a:p>
          <a:p>
            <a:endParaRPr/>
          </a:p>
          <a:p>
            <a:r>
              <a:t>Any user can flash an ESP32 in under a minute, from a browser, with zero setup.'</a:t>
            </a:r>
          </a:p>
          <a:p>
            <a:endParaRPr/>
          </a:p>
          <a:p>
            <a:r>
              <a:t>Timing: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08C85"/>
                </a:solidFill>
                <a:latin typeface="Calibri"/>
              </a:rPr>
              <a:t>FIRMWARE FLASHER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A2540"/>
                </a:solidFill>
                <a:latin typeface="Calibri"/>
              </a:rPr>
              <a:t>Initial firmware setup — no software required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A browser-based flasher — any user can install firmware on an ESP32 with a single click.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640" y="2577389"/>
            <a:ext cx="7040880" cy="3093382"/>
          </a:xfrm>
          <a:prstGeom prst="rect">
            <a:avLst/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522389"/>
            <a:ext cx="7040880" cy="3093382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lasher_t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95541"/>
            <a:ext cx="6894576" cy="29470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03840" y="2005960"/>
            <a:ext cx="3779215" cy="131064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1965960"/>
            <a:ext cx="3779215" cy="131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0" y="1965960"/>
            <a:ext cx="109728" cy="1310640"/>
          </a:xfrm>
          <a:prstGeom prst="rect">
            <a:avLst/>
          </a:prstGeom>
          <a:solidFill>
            <a:srgbClr val="00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21488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0C2B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377440"/>
            <a:ext cx="33220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No software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788920"/>
            <a:ext cx="3322015" cy="39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Runs directly in Chrome or Edge using Web Serial — nothing to install.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3840" y="3453760"/>
            <a:ext cx="3779215" cy="131064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0" y="3413760"/>
            <a:ext cx="3779215" cy="131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0" y="3413760"/>
            <a:ext cx="109728" cy="1310640"/>
          </a:xfrm>
          <a:prstGeom prst="rect">
            <a:avLst/>
          </a:prstGeom>
          <a:solidFill>
            <a:srgbClr val="008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35966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08C85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825240"/>
            <a:ext cx="33220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One-click 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236720"/>
            <a:ext cx="3322015" cy="39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Bootloader, partition table, and firmware — flashed together in one operation.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3840" y="4901560"/>
            <a:ext cx="3779215" cy="131064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3840" y="4861560"/>
            <a:ext cx="3779215" cy="131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0" y="4861560"/>
            <a:ext cx="109728" cy="13106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80" y="5044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4A261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5273040"/>
            <a:ext cx="33220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Anyone can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5684520"/>
            <a:ext cx="3322015" cy="39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No Arduino IDE, no command line, no developer required.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355080"/>
            <a:ext cx="11109960" cy="411480"/>
          </a:xfrm>
          <a:prstGeom prst="roundRect">
            <a:avLst>
              <a:gd name="adj" fmla="val 4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Any user can flash an ESP32 in under a minute — from a browser, with zero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283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chaithanya reddy</cp:lastModifiedBy>
  <cp:revision>1</cp:revision>
  <dcterms:created xsi:type="dcterms:W3CDTF">2013-01-27T09:14:16Z</dcterms:created>
  <dcterms:modified xsi:type="dcterms:W3CDTF">2026-04-23T14:40:13Z</dcterms:modified>
  <cp:category/>
</cp:coreProperties>
</file>